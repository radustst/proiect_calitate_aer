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6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45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4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7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6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85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0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90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3936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92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06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07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1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55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r>
              <a:rPr dirty="0" err="1"/>
              <a:t>Predicție</a:t>
            </a:r>
            <a:r>
              <a:rPr dirty="0"/>
              <a:t> </a:t>
            </a:r>
            <a:r>
              <a:rPr dirty="0" err="1"/>
              <a:t>Calitate</a:t>
            </a:r>
            <a:r>
              <a:rPr dirty="0"/>
              <a:t> Aer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06571"/>
            <a:ext cx="6400800" cy="2656002"/>
          </a:xfrm>
        </p:spPr>
        <p:txBody>
          <a:bodyPr>
            <a:normAutofit/>
          </a:bodyPr>
          <a:lstStyle/>
          <a:p>
            <a:r>
              <a:rPr dirty="0" err="1"/>
              <a:t>Aplicație</a:t>
            </a:r>
            <a:r>
              <a:rPr dirty="0"/>
              <a:t> Web </a:t>
            </a:r>
            <a:r>
              <a:rPr dirty="0" err="1"/>
              <a:t>bazată</a:t>
            </a:r>
            <a:r>
              <a:rPr dirty="0"/>
              <a:t> pe Machine Learning</a:t>
            </a:r>
          </a:p>
          <a:p>
            <a:r>
              <a:rPr dirty="0" err="1"/>
              <a:t>Echipa</a:t>
            </a:r>
            <a:r>
              <a:rPr dirty="0"/>
              <a:t> 421 B</a:t>
            </a:r>
          </a:p>
          <a:p>
            <a:r>
              <a:rPr dirty="0" err="1"/>
              <a:t>Berciu</a:t>
            </a:r>
            <a:r>
              <a:rPr dirty="0"/>
              <a:t> Antonio | Munteanu Radu | Roman Silviu</a:t>
            </a:r>
          </a:p>
          <a:p>
            <a:r>
              <a:rPr dirty="0" err="1"/>
              <a:t>Ianuarie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am creat?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Problema</a:t>
            </a:r>
          </a:p>
          <a:p>
            <a:pPr>
              <a:defRPr sz="1800"/>
            </a:pPr>
            <a:r>
              <a:t>Poluarea aerului afectează sănătatea noastră în fiecare zi</a:t>
            </a:r>
          </a:p>
          <a:p>
            <a:pPr lvl="1">
              <a:defRPr sz="1600"/>
            </a:pPr>
            <a:r>
              <a:t>PM2.5 = particule foarte mici în aer (&lt; 2.5 micrometri)</a:t>
            </a:r>
          </a:p>
          <a:p>
            <a:pPr lvl="1">
              <a:defRPr sz="1600"/>
            </a:pPr>
            <a:r>
              <a:t>Cauze: mașini, fabrici, fum</a:t>
            </a:r>
          </a:p>
          <a:p>
            <a:pPr lvl="1">
              <a:defRPr sz="1600"/>
            </a:pPr>
            <a:r>
              <a:t>Impact: probleme respiratorii și cardiovasculare</a:t>
            </a:r>
          </a:p>
          <a:p>
            <a:pPr>
              <a:defRPr sz="2000" b="1"/>
            </a:pPr>
            <a:r>
              <a:t>Soluția</a:t>
            </a:r>
          </a:p>
          <a:p>
            <a:pPr>
              <a:defRPr sz="1800"/>
            </a:pPr>
            <a:r>
              <a:t>✨ Dashboard web care prezice calitatea aerului pentru următoarele 24 de ore</a:t>
            </a:r>
          </a:p>
          <a:p>
            <a:pPr>
              <a:defRPr sz="2000" b="1"/>
            </a:pPr>
            <a:r>
              <a:t>De ce este util?</a:t>
            </a:r>
          </a:p>
          <a:p>
            <a:pPr lvl="1">
              <a:defRPr sz="1600"/>
            </a:pPr>
            <a:r>
              <a:t>Planifici când să ieși la alergat</a:t>
            </a:r>
          </a:p>
          <a:p>
            <a:pPr lvl="1">
              <a:defRPr sz="1600"/>
            </a:pPr>
            <a:r>
              <a:t>Protejezi persoanele vulnerabile</a:t>
            </a:r>
          </a:p>
          <a:p>
            <a:pPr lvl="1">
              <a:defRPr sz="1600"/>
            </a:pPr>
            <a:r>
              <a:t>Vezi când aerul este mai curat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🛠️ Cum funcționează?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Tehnologii folosite</a:t>
            </a:r>
          </a:p>
          <a:p>
            <a:pPr>
              <a:defRPr sz="1800"/>
            </a:pPr>
            <a:r>
              <a:t>Python - Limbajul principal</a:t>
            </a:r>
          </a:p>
          <a:p>
            <a:pPr lvl="1">
              <a:defRPr sz="1600"/>
            </a:pPr>
            <a:r>
              <a:t>pandas - Prelucrare date</a:t>
            </a:r>
          </a:p>
          <a:p>
            <a:pPr lvl="1">
              <a:defRPr sz="1600"/>
            </a:pPr>
            <a:r>
              <a:t>scikit-learn - Inteligență artificială</a:t>
            </a:r>
          </a:p>
          <a:p>
            <a:pPr lvl="1">
              <a:defRPr sz="1600"/>
            </a:pPr>
            <a:r>
              <a:t>Streamlit - Interface web</a:t>
            </a:r>
          </a:p>
          <a:p>
            <a:pPr lvl="1">
              <a:defRPr sz="1600"/>
            </a:pPr>
            <a:r>
              <a:t>Plotly - Grafice colorate</a:t>
            </a:r>
          </a:p>
          <a:p>
            <a:pPr>
              <a:defRPr sz="1800"/>
            </a:pPr>
            <a:r>
              <a:t>Surse de date</a:t>
            </a:r>
          </a:p>
          <a:p>
            <a:pPr lvl="1">
              <a:defRPr sz="1600"/>
            </a:pPr>
            <a:r>
              <a:t>OpenAQ - Date despre poluare</a:t>
            </a:r>
          </a:p>
          <a:p>
            <a:pPr lvl="1">
              <a:defRPr sz="1600"/>
            </a:pPr>
            <a:r>
              <a:t>OpenWeatherMap - Date meteo (temperatură, vânt,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Cum am împărțit munca?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3 Module Principale</a:t>
            </a:r>
          </a:p>
          <a:p>
            <a:pPr>
              <a:defRPr sz="1800"/>
            </a:pPr>
            <a:r>
              <a:t>1. Colectare Date (Berciu Antonio)</a:t>
            </a:r>
          </a:p>
          <a:p>
            <a:pPr lvl="1">
              <a:defRPr sz="1600"/>
            </a:pPr>
            <a:r>
              <a:t>Preia date despre poluare de pe internet</a:t>
            </a:r>
          </a:p>
          <a:p>
            <a:pPr lvl="1">
              <a:defRPr sz="1600"/>
            </a:pPr>
            <a:r>
              <a:t>Preia date meteo (temperatură, vânt)</a:t>
            </a:r>
          </a:p>
          <a:p>
            <a:pPr lvl="1">
              <a:defRPr sz="1600"/>
            </a:pPr>
            <a:r>
              <a:t>Salvează tot într-un fișier CSV</a:t>
            </a:r>
          </a:p>
          <a:p>
            <a:pPr>
              <a:defRPr sz="1800"/>
            </a:pPr>
            <a:r>
              <a:t>2. Model Inteligență Artificială (Munteanu Radu)</a:t>
            </a:r>
          </a:p>
          <a:p>
            <a:pPr lvl="1">
              <a:defRPr sz="1600"/>
            </a:pPr>
            <a:r>
              <a:t>Învață din datele istorice</a:t>
            </a:r>
          </a:p>
          <a:p>
            <a:pPr lvl="1">
              <a:defRPr sz="1600"/>
            </a:pPr>
            <a:r>
              <a:t>Prezice poluarea pentru următoarele 24h</a:t>
            </a:r>
          </a:p>
          <a:p>
            <a:pPr lvl="1">
              <a:defRPr sz="1600"/>
            </a:pPr>
            <a:r>
              <a:t>Verifică cât de precise sunt predicțiile</a:t>
            </a:r>
          </a:p>
          <a:p>
            <a:pPr>
              <a:defRPr sz="1800"/>
            </a:pPr>
            <a:r>
              <a:t>3. Interface Web (Roman Silviu)</a:t>
            </a:r>
          </a:p>
          <a:p>
            <a:pPr lvl="1">
              <a:defRPr sz="1600"/>
            </a:pPr>
            <a:r>
              <a:t>Dashboard frumos și ușor de folosit</a:t>
            </a:r>
          </a:p>
          <a:p>
            <a:pPr lvl="1">
              <a:defRPr sz="1600"/>
            </a:pPr>
            <a:r>
              <a:t>Grafice colorate și interactive</a:t>
            </a:r>
          </a:p>
          <a:p>
            <a:pPr lvl="1">
              <a:defRPr sz="1600"/>
            </a:pPr>
            <a:r>
              <a:t>Predicții + Date istorice + Analize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Modelul de Predicție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Cum funcționează "creierul" aplicației?</a:t>
            </a:r>
          </a:p>
          <a:p>
            <a:pPr>
              <a:defRPr sz="1800"/>
            </a:pPr>
            <a:r>
              <a:t>Random Forest = mulți "arbori de decizie" care votează împreună</a:t>
            </a:r>
          </a:p>
          <a:p>
            <a:pPr>
              <a:defRPr sz="1800"/>
            </a:pPr>
            <a:r>
              <a:t>Ce analizează:</a:t>
            </a:r>
          </a:p>
          <a:p>
            <a:pPr lvl="1">
              <a:defRPr sz="1600"/>
            </a:pPr>
            <a:r>
              <a:t>Temperatura</a:t>
            </a:r>
          </a:p>
          <a:p>
            <a:pPr lvl="1">
              <a:defRPr sz="1600"/>
            </a:pPr>
            <a:r>
              <a:t>Umiditatea</a:t>
            </a:r>
          </a:p>
          <a:p>
            <a:pPr lvl="1">
              <a:defRPr sz="1600"/>
            </a:pPr>
            <a:r>
              <a:t>Viteza vântului</a:t>
            </a:r>
          </a:p>
          <a:p>
            <a:pPr lvl="1">
              <a:defRPr sz="1600"/>
            </a:pPr>
            <a:r>
              <a:t>Ora din zi</a:t>
            </a:r>
          </a:p>
          <a:p>
            <a:pPr lvl="1">
              <a:defRPr sz="1600"/>
            </a:pPr>
            <a:r>
              <a:t>Luna din an</a:t>
            </a:r>
          </a:p>
          <a:p>
            <a:pPr>
              <a:defRPr sz="1800"/>
            </a:pPr>
            <a:r>
              <a:t>Rezultat: Prezice poluarea pentru următoarele 24 de ore</a:t>
            </a:r>
          </a:p>
          <a:p>
            <a:pPr>
              <a:defRPr sz="1800"/>
            </a:pPr>
            <a:r>
              <a:t>Performanță: ~85% acuratețe pe date de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Probleme întâlnite și soluții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🔴 Problema 1: Date incomplete</a:t>
            </a:r>
          </a:p>
          <a:p>
            <a:pPr>
              <a:defRPr sz="1800"/>
            </a:pPr>
            <a:r>
              <a:t>Ce s-a întâmplat:</a:t>
            </a:r>
          </a:p>
          <a:p>
            <a:pPr lvl="1">
              <a:defRPr sz="1600"/>
            </a:pPr>
            <a:r>
              <a:t>Site-urile de unde luam datele nu aveau mereu informații</a:t>
            </a:r>
          </a:p>
          <a:p>
            <a:pPr lvl="1">
              <a:defRPr sz="1600"/>
            </a:pPr>
            <a:r>
              <a:t>Uneori lipseau date pentru București</a:t>
            </a:r>
          </a:p>
          <a:p>
            <a:pPr lvl="1">
              <a:defRPr sz="1600"/>
            </a:pPr>
            <a:r>
              <a:t>Aveam limite la câte date puteam lua pe minut</a:t>
            </a:r>
          </a:p>
          <a:p>
            <a:pPr>
              <a:defRPr sz="1800"/>
            </a:pPr>
            <a:r>
              <a:t>Cum am rezolvat:</a:t>
            </a:r>
          </a:p>
          <a:p>
            <a:pPr lvl="1">
              <a:defRPr sz="1600"/>
            </a:pPr>
            <a:r>
              <a:t>Am creat date simulate realiste când lipseau cele reale</a:t>
            </a:r>
          </a:p>
          <a:p>
            <a:pPr lvl="1">
              <a:defRPr sz="1600"/>
            </a:pPr>
            <a:r>
              <a:t>Am pus pauze între request-uri ca să nu depășim limita</a:t>
            </a:r>
          </a:p>
          <a:p>
            <a:pPr lvl="1">
              <a:defRPr sz="1600"/>
            </a:pPr>
            <a:r>
              <a:t>Am salvat datele odată luate, ca să nu le mai cerem din nou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Probleme întâlnite și soluții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🔴 Problema 2: Modelul învăța greșit</a:t>
            </a:r>
          </a:p>
          <a:p>
            <a:pPr>
              <a:defRPr sz="1800"/>
            </a:pPr>
            <a:r>
              <a:t>Ce s-a întâmplat:</a:t>
            </a:r>
          </a:p>
          <a:p>
            <a:pPr lvl="1">
              <a:defRPr sz="1600"/>
            </a:pPr>
            <a:r>
              <a:t>Modelul nu știa să prezică bine cu puține date</a:t>
            </a:r>
          </a:p>
          <a:p>
            <a:pPr lvl="1">
              <a:defRPr sz="1600"/>
            </a:pPr>
            <a:r>
              <a:t>Uneori "memoriza" prea mult și nu generaliza</a:t>
            </a:r>
          </a:p>
          <a:p>
            <a:pPr lvl="1">
              <a:defRPr sz="1600"/>
            </a:pPr>
            <a:r>
              <a:t>Predicțiile erau inexacte pentru situații extreme</a:t>
            </a:r>
          </a:p>
          <a:p>
            <a:pPr>
              <a:defRPr sz="1800"/>
            </a:pPr>
            <a:r>
              <a:t>Cum am rezolvat:</a:t>
            </a:r>
          </a:p>
          <a:p>
            <a:pPr lvl="1">
              <a:defRPr sz="1600"/>
            </a:pPr>
            <a:r>
              <a:t>Am generat date sintetice pentru antrenare</a:t>
            </a:r>
          </a:p>
          <a:p>
            <a:pPr lvl="1">
              <a:defRPr sz="1600"/>
            </a:pPr>
            <a:r>
              <a:t>Am ajustat parametrii modelului (mai mulți arbori, mai adânci)</a:t>
            </a:r>
          </a:p>
          <a:p>
            <a:pPr lvl="1">
              <a:defRPr sz="1600"/>
            </a:pPr>
            <a:r>
              <a:t>Am adăugat informații despre ora zilei și luna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Probleme întâlnite și soluții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🔴 Problema 3: Colaborare în echipă</a:t>
            </a:r>
          </a:p>
          <a:p>
            <a:pPr>
              <a:defRPr sz="1800"/>
            </a:pPr>
            <a:r>
              <a:t>Ce s-a întâmplat:</a:t>
            </a:r>
          </a:p>
          <a:p>
            <a:pPr lvl="1">
              <a:defRPr sz="1600"/>
            </a:pPr>
            <a:r>
              <a:t>Când lucram simultan, codul se suprapunea</a:t>
            </a:r>
          </a:p>
          <a:p>
            <a:pPr lvl="1">
              <a:defRPr sz="1600"/>
            </a:pPr>
            <a:r>
              <a:t>Aveam conflicte când încercam să combinăm munca</a:t>
            </a:r>
          </a:p>
          <a:p>
            <a:pPr lvl="1">
              <a:defRPr sz="1600"/>
            </a:pPr>
            <a:r>
              <a:t>Fiecare scria cod puțin diferit</a:t>
            </a:r>
          </a:p>
          <a:p>
            <a:pPr>
              <a:defRPr sz="1800"/>
            </a:pPr>
            <a:r>
              <a:t>Cum am rezolvat:</a:t>
            </a:r>
          </a:p>
          <a:p>
            <a:pPr lvl="1">
              <a:defRPr sz="1600"/>
            </a:pPr>
            <a:r>
              <a:t>Am folosit Git branches (fiecare pe ramura lui)</a:t>
            </a:r>
          </a:p>
          <a:p>
            <a:pPr lvl="1">
              <a:defRPr sz="1600"/>
            </a:pPr>
            <a:r>
              <a:t>Am făcut code review înainte de a combina codul</a:t>
            </a:r>
          </a:p>
          <a:p>
            <a:pPr lvl="1">
              <a:defRPr sz="1600"/>
            </a:pPr>
            <a:r>
              <a:t>Am scris documentație și comentarii clare</a:t>
            </a:r>
          </a:p>
          <a:p>
            <a:pPr lvl="1">
              <a:defRPr sz="1600"/>
            </a:pPr>
            <a:r>
              <a:t>Am împărțit proiectul în module separate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Probleme întâlnite și soluții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🔴 Problema 4: Interface-ul se comporta ciudat</a:t>
            </a:r>
          </a:p>
          <a:p>
            <a:pPr>
              <a:defRPr sz="1800"/>
            </a:pPr>
            <a:r>
              <a:t>Ce s-a întâmplat:</a:t>
            </a:r>
          </a:p>
          <a:p>
            <a:pPr lvl="1">
              <a:defRPr sz="1600"/>
            </a:pPr>
            <a:r>
              <a:t>Aplicația "uita" datele când reîncărcam pagina</a:t>
            </a:r>
          </a:p>
          <a:p>
            <a:pPr lvl="1">
              <a:defRPr sz="1600"/>
            </a:pPr>
            <a:r>
              <a:t>Se reîncărca prea des și era lentă</a:t>
            </a:r>
          </a:p>
          <a:p>
            <a:pPr lvl="1">
              <a:defRPr sz="1600"/>
            </a:pPr>
            <a:r>
              <a:t>Graficele nu arătau bine pe toate ecranele</a:t>
            </a:r>
          </a:p>
          <a:p>
            <a:pPr>
              <a:defRPr sz="1800"/>
            </a:pPr>
            <a:r>
              <a:t>Cum am rezolvat:</a:t>
            </a:r>
          </a:p>
          <a:p>
            <a:pPr lvl="1">
              <a:defRPr sz="1600"/>
            </a:pPr>
            <a:r>
              <a:t>Am folosit "session state" să păstreze datele</a:t>
            </a:r>
          </a:p>
          <a:p>
            <a:pPr lvl="1">
              <a:defRPr sz="1600"/>
            </a:pPr>
            <a:r>
              <a:t>Am organizat layout-ul mai eficient</a:t>
            </a:r>
          </a:p>
          <a:p>
            <a:pPr lvl="1">
              <a:defRPr sz="1600"/>
            </a:pPr>
            <a:r>
              <a:t>Am testat pe diferite rezoluții de ecran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Ce am realizat?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Aplicație funcțională cu:</a:t>
            </a:r>
          </a:p>
          <a:p>
            <a:pPr lvl="1">
              <a:defRPr sz="1600"/>
            </a:pPr>
            <a:r>
              <a:t>✅ Predicții pentru următoarele 24 de ore</a:t>
            </a:r>
          </a:p>
          <a:p>
            <a:pPr lvl="1">
              <a:defRPr sz="1600"/>
            </a:pPr>
            <a:r>
              <a:t>✅ Grafice colorate și ușor de înțeles</a:t>
            </a:r>
          </a:p>
          <a:p>
            <a:pPr lvl="1">
              <a:defRPr sz="1600"/>
            </a:pPr>
            <a:r>
              <a:t>✅ Categorii calitate aer (Bună, Moderată, Nesănătoasă, etc.)</a:t>
            </a:r>
          </a:p>
          <a:p>
            <a:pPr lvl="1">
              <a:defRPr sz="1600"/>
            </a:pPr>
            <a:r>
              <a:t>✅ Date istorice și analiză</a:t>
            </a:r>
          </a:p>
          <a:p>
            <a:pPr>
              <a:defRPr sz="2000" b="1"/>
            </a:pPr>
            <a:r>
              <a:t>Performanță:</a:t>
            </a:r>
          </a:p>
          <a:p>
            <a:pPr lvl="1">
              <a:defRPr sz="1600"/>
            </a:pPr>
            <a:r>
              <a:t>Precizie ~85% pe date de test</a:t>
            </a:r>
          </a:p>
          <a:p>
            <a:pPr lvl="1">
              <a:defRPr sz="1600"/>
            </a:pPr>
            <a:r>
              <a:t>Răspuns rapid (&lt; 2 secunde)</a:t>
            </a:r>
          </a:p>
          <a:p>
            <a:pPr lvl="1">
              <a:defRPr sz="1600"/>
            </a:pPr>
            <a:r>
              <a:t>3 module separate care funcționează împreună</a:t>
            </a:r>
          </a:p>
          <a:p>
            <a:pPr lvl="1">
              <a:defRPr sz="1600"/>
            </a:pPr>
            <a:r>
              <a:t>10+ teste pentru a verifica că totul merge bine</a:t>
            </a:r>
          </a:p>
          <a:p>
            <a:pPr>
              <a:defRPr sz="2000" b="1"/>
            </a:pPr>
            <a:r>
              <a:t>Bonus:</a:t>
            </a:r>
          </a:p>
          <a:p>
            <a:pPr lvl="1">
              <a:defRPr sz="1600"/>
            </a:pPr>
            <a:r>
              <a:t>✅ Documentație completă pe GitHub</a:t>
            </a:r>
          </a:p>
          <a:p>
            <a:pPr lvl="1">
              <a:defRPr sz="1600"/>
            </a:pPr>
            <a:r>
              <a:t>✅ Cod bine organizat și comentat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🔮 Ce urmează?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Îmbunătățiri planificate:</a:t>
            </a:r>
          </a:p>
          <a:p>
            <a:pPr lvl="1">
              <a:defRPr sz="1600"/>
            </a:pPr>
            <a:r>
              <a:t>🔹 Predicții pentru mai multe orașe</a:t>
            </a:r>
          </a:p>
          <a:p>
            <a:pPr lvl="1">
              <a:defRPr sz="1600"/>
            </a:pPr>
            <a:r>
              <a:t>🔹 Notificări prin email când aerul devine periculos</a:t>
            </a:r>
          </a:p>
          <a:p>
            <a:pPr lvl="1">
              <a:defRPr sz="1600"/>
            </a:pPr>
            <a:r>
              <a:t>🔹 Export rapoarte PDF</a:t>
            </a:r>
          </a:p>
          <a:p>
            <a:pPr lvl="1">
              <a:defRPr sz="1600"/>
            </a:pPr>
            <a:r>
              <a:t>🔹 Predicții pentru 7 zile (nu doar 24h)</a:t>
            </a:r>
          </a:p>
          <a:p>
            <a:pPr lvl="1">
              <a:defRPr sz="1600"/>
            </a:pPr>
            <a:r>
              <a:t>🔹 Aplicație pentru telefon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🎓 Ce am învățat?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Tehnic</a:t>
            </a:r>
          </a:p>
          <a:p>
            <a:pPr lvl="1">
              <a:defRPr sz="1600"/>
            </a:pPr>
            <a:r>
              <a:t>Cum să lucrezi cu API-uri și date din exterior</a:t>
            </a:r>
          </a:p>
          <a:p>
            <a:pPr lvl="1">
              <a:defRPr sz="1600"/>
            </a:pPr>
            <a:r>
              <a:t>Cum să creezi un model de inteligență artificială</a:t>
            </a:r>
          </a:p>
          <a:p>
            <a:pPr lvl="1">
              <a:defRPr sz="1600"/>
            </a:pPr>
            <a:r>
              <a:t>Cum să faci o aplicație web interactivă</a:t>
            </a:r>
          </a:p>
          <a:p>
            <a:pPr>
              <a:defRPr sz="2000" b="1"/>
            </a:pPr>
            <a:r>
              <a:t>Lucru în echipă</a:t>
            </a:r>
          </a:p>
          <a:p>
            <a:pPr lvl="1">
              <a:defRPr sz="1600"/>
            </a:pPr>
            <a:r>
              <a:t>Cum să folosim Git pentru colaborare</a:t>
            </a:r>
          </a:p>
          <a:p>
            <a:pPr lvl="1">
              <a:defRPr sz="1600"/>
            </a:pPr>
            <a:r>
              <a:t>Importanța documentației clare</a:t>
            </a:r>
          </a:p>
          <a:p>
            <a:pPr lvl="1">
              <a:defRPr sz="1600"/>
            </a:pPr>
            <a:r>
              <a:t>Cum să rezolvăm probleme împreună</a:t>
            </a:r>
          </a:p>
          <a:p>
            <a:pPr lvl="1">
              <a:defRPr sz="1600"/>
            </a:pPr>
            <a:r>
              <a:t>Cum să ne împărțim munca eficient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👥 Echipa noastră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Responsabilitate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Berciu 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Colectare date de pe internet (API-uri)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Munteanu Radu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Modelul de inteligență artificială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Roman Silviu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Dashboard-ul web și graficele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🙏 Mulțumim!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Întrebări?</a:t>
            </a:r>
          </a:p>
          <a:p>
            <a:pPr>
              <a:defRPr sz="1800"/>
            </a:pPr>
            <a:r>
              <a:t>💻 GitHub: https://github.com/radustst/Proiect_Calitate_Aer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âncime">
  <a:themeElements>
    <a:clrScheme name="Adâncim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Adâncim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ânci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TM04033923[[fn=Adâncime]]</Template>
  <TotalTime>6</TotalTime>
  <Words>791</Words>
  <Application>Microsoft Office PowerPoint</Application>
  <PresentationFormat>Expunere pe ecran (4:3)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15</vt:i4>
      </vt:variant>
    </vt:vector>
  </HeadingPairs>
  <TitlesOfParts>
    <vt:vector size="18" baseType="lpstr">
      <vt:lpstr>Arial</vt:lpstr>
      <vt:lpstr>Corbel</vt:lpstr>
      <vt:lpstr>Adâncime</vt:lpstr>
      <vt:lpstr>Predicție Calitate Aer</vt:lpstr>
      <vt:lpstr>Ce am creat?</vt:lpstr>
      <vt:lpstr>🛠️ Cum funcționează?</vt:lpstr>
      <vt:lpstr>🏗️ Cum am împărțit munca?</vt:lpstr>
      <vt:lpstr>🧠 Modelul de Predicție</vt:lpstr>
      <vt:lpstr>⚠️ Probleme întâlnite și soluții</vt:lpstr>
      <vt:lpstr>⚠️ Probleme întâlnite și soluții (cont.)</vt:lpstr>
      <vt:lpstr>⚠️ Probleme întâlnite și soluții (cont.)</vt:lpstr>
      <vt:lpstr>⚠️ Probleme întâlnite și soluții (cont.)</vt:lpstr>
      <vt:lpstr>📈 Ce am realizat?</vt:lpstr>
      <vt:lpstr>🔮 Ce urmează?</vt:lpstr>
      <vt:lpstr>🎓 Ce am învățat?</vt:lpstr>
      <vt:lpstr>Prezentare PowerPoint</vt:lpstr>
      <vt:lpstr>🙏 Mulțumim!</vt:lpstr>
      <vt:lpstr>Prezentare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Ion</dc:creator>
  <cp:keywords/>
  <dc:description>generated using python-pptx</dc:description>
  <cp:lastModifiedBy>ion munteanu</cp:lastModifiedBy>
  <cp:revision>2</cp:revision>
  <dcterms:created xsi:type="dcterms:W3CDTF">2013-01-27T09:14:16Z</dcterms:created>
  <dcterms:modified xsi:type="dcterms:W3CDTF">2026-01-16T08:46:44Z</dcterms:modified>
  <cp:category/>
</cp:coreProperties>
</file>