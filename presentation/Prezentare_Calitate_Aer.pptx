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Predicție Calitate Aer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Aplicație Web bazată pe Machine Learning</a:t>
            </a:r>
          </a:p>
          <a:p>
            <a:r>
              <a:t>Echipa 421 B</a:t>
            </a:r>
          </a:p>
          <a:p>
            <a:r>
              <a:t>Berciu Antonio | Munteanu Radu | Roman Silviu</a:t>
            </a:r>
          </a:p>
          <a:p>
            <a:r>
              <a:t>Ianuarie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 am creat?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2000"/>
            </a:pPr>
            <a:r>
              <a:t>Problema</a:t>
            </a:r>
          </a:p>
          <a:p>
            <a:pPr>
              <a:defRPr sz="1800"/>
            </a:pPr>
            <a:r>
              <a:t>Poluarea aerului afectează sănătatea noastră în fiecare zi</a:t>
            </a:r>
          </a:p>
          <a:p>
            <a:pPr lvl="1">
              <a:defRPr sz="1600"/>
            </a:pPr>
            <a:r>
              <a:t>PM2.5 = particule foarte mici în aer (&lt; 2.5 micrometri)</a:t>
            </a:r>
          </a:p>
          <a:p>
            <a:pPr lvl="1">
              <a:defRPr sz="1600"/>
            </a:pPr>
            <a:r>
              <a:t>Cauze: mașini, fabrici, fum</a:t>
            </a:r>
          </a:p>
          <a:p>
            <a:pPr lvl="1">
              <a:defRPr sz="1600"/>
            </a:pPr>
            <a:r>
              <a:t>Impact: probleme respiratorii și cardiovasculare</a:t>
            </a:r>
          </a:p>
          <a:p>
            <a:pPr>
              <a:defRPr b="1" sz="2000"/>
            </a:pPr>
            <a:r>
              <a:t>Soluția</a:t>
            </a:r>
          </a:p>
          <a:p>
            <a:pPr>
              <a:defRPr sz="1800"/>
            </a:pPr>
            <a:r>
              <a:t>✨ Dashboard web care prezice calitatea aerului pentru următoarele 24 de ore</a:t>
            </a:r>
          </a:p>
          <a:p>
            <a:pPr>
              <a:defRPr b="1" sz="2000"/>
            </a:pPr>
            <a:r>
              <a:t>De ce este util?</a:t>
            </a:r>
          </a:p>
          <a:p>
            <a:pPr lvl="1">
              <a:defRPr sz="1600"/>
            </a:pPr>
            <a:r>
              <a:t>Planifici când să ieși la alergat</a:t>
            </a:r>
          </a:p>
          <a:p>
            <a:pPr lvl="1">
              <a:defRPr sz="1600"/>
            </a:pPr>
            <a:r>
              <a:t>Protejezi persoanele vulnerabile</a:t>
            </a:r>
          </a:p>
          <a:p>
            <a:pPr lvl="1">
              <a:defRPr sz="1600"/>
            </a:pPr>
            <a:r>
              <a:t>Vezi când aerul este mai curat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🛠️ Cum funcționează?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2000"/>
            </a:pPr>
            <a:r>
              <a:t>Tehnologii folosite</a:t>
            </a:r>
          </a:p>
          <a:p>
            <a:pPr>
              <a:defRPr sz="1800"/>
            </a:pPr>
            <a:r>
              <a:t>Python - Limbajul principal</a:t>
            </a:r>
          </a:p>
          <a:p>
            <a:pPr lvl="1">
              <a:defRPr sz="1600"/>
            </a:pPr>
            <a:r>
              <a:t>pandas - Prelucrare date</a:t>
            </a:r>
          </a:p>
          <a:p>
            <a:pPr lvl="1">
              <a:defRPr sz="1600"/>
            </a:pPr>
            <a:r>
              <a:t>scikit-learn - Inteligență artificială</a:t>
            </a:r>
          </a:p>
          <a:p>
            <a:pPr lvl="1">
              <a:defRPr sz="1600"/>
            </a:pPr>
            <a:r>
              <a:t>Streamlit - Interface web</a:t>
            </a:r>
          </a:p>
          <a:p>
            <a:pPr lvl="1">
              <a:defRPr sz="1600"/>
            </a:pPr>
            <a:r>
              <a:t>Plotly - Grafice colorate</a:t>
            </a:r>
          </a:p>
          <a:p>
            <a:pPr>
              <a:defRPr sz="1800"/>
            </a:pPr>
            <a:r>
              <a:t>Surse de date</a:t>
            </a:r>
          </a:p>
          <a:p>
            <a:pPr lvl="1">
              <a:defRPr sz="1600"/>
            </a:pPr>
            <a:r>
              <a:t>OpenAQ - Date despre poluare</a:t>
            </a:r>
          </a:p>
          <a:p>
            <a:pPr lvl="1">
              <a:defRPr sz="1600"/>
            </a:pPr>
            <a:r>
              <a:t>OpenWeatherMap - Date meteo (temperatură, vânt, etc.)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🏗️ Cum am împărțit munca?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2000"/>
            </a:pPr>
            <a:r>
              <a:t>3 Module Principale</a:t>
            </a:r>
          </a:p>
          <a:p>
            <a:pPr>
              <a:defRPr sz="1800"/>
            </a:pPr>
            <a:r>
              <a:t>1. Colectare Date (Berciu Antonio)</a:t>
            </a:r>
          </a:p>
          <a:p>
            <a:pPr lvl="1">
              <a:defRPr sz="1600"/>
            </a:pPr>
            <a:r>
              <a:t>Preia date despre poluare de pe internet</a:t>
            </a:r>
          </a:p>
          <a:p>
            <a:pPr lvl="1">
              <a:defRPr sz="1600"/>
            </a:pPr>
            <a:r>
              <a:t>Preia date meteo (temperatură, vânt)</a:t>
            </a:r>
          </a:p>
          <a:p>
            <a:pPr lvl="1">
              <a:defRPr sz="1600"/>
            </a:pPr>
            <a:r>
              <a:t>Salvează tot într-un fișier CSV</a:t>
            </a:r>
          </a:p>
          <a:p>
            <a:pPr>
              <a:defRPr sz="1800"/>
            </a:pPr>
            <a:r>
              <a:t>2. Model Inteligență Artificială (Munteanu Radu)</a:t>
            </a:r>
          </a:p>
          <a:p>
            <a:pPr lvl="1">
              <a:defRPr sz="1600"/>
            </a:pPr>
            <a:r>
              <a:t>Învață din datele istorice</a:t>
            </a:r>
          </a:p>
          <a:p>
            <a:pPr lvl="1">
              <a:defRPr sz="1600"/>
            </a:pPr>
            <a:r>
              <a:t>Prezice poluarea pentru următoarele 24h</a:t>
            </a:r>
          </a:p>
          <a:p>
            <a:pPr lvl="1">
              <a:defRPr sz="1600"/>
            </a:pPr>
            <a:r>
              <a:t>Verifică cât de precise sunt predicțiile</a:t>
            </a:r>
          </a:p>
          <a:p>
            <a:pPr>
              <a:defRPr sz="1800"/>
            </a:pPr>
            <a:r>
              <a:t>3. Interface Web (Roman Silviu)</a:t>
            </a:r>
          </a:p>
          <a:p>
            <a:pPr lvl="1">
              <a:defRPr sz="1600"/>
            </a:pPr>
            <a:r>
              <a:t>Dashboard frumos și ușor de folosit</a:t>
            </a:r>
          </a:p>
          <a:p>
            <a:pPr lvl="1">
              <a:defRPr sz="1600"/>
            </a:pPr>
            <a:r>
              <a:t>Grafice colorate și interactive</a:t>
            </a:r>
          </a:p>
          <a:p>
            <a:pPr lvl="1">
              <a:defRPr sz="1600"/>
            </a:pPr>
            <a:r>
              <a:t>Predicții + Date istorice + Analize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🧠 Modelul de Predicție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2000"/>
            </a:pPr>
            <a:r>
              <a:t>Cum funcționează "creierul" aplicației?</a:t>
            </a:r>
          </a:p>
          <a:p>
            <a:pPr>
              <a:defRPr sz="1800"/>
            </a:pPr>
            <a:r>
              <a:t>Random Forest = mulți "arbori de decizie" care votează împreună</a:t>
            </a:r>
          </a:p>
          <a:p>
            <a:pPr>
              <a:defRPr sz="1800"/>
            </a:pPr>
            <a:r>
              <a:t>Ce analizează:</a:t>
            </a:r>
          </a:p>
          <a:p>
            <a:pPr lvl="1">
              <a:defRPr sz="1600"/>
            </a:pPr>
            <a:r>
              <a:t>Temperatura</a:t>
            </a:r>
          </a:p>
          <a:p>
            <a:pPr lvl="1">
              <a:defRPr sz="1600"/>
            </a:pPr>
            <a:r>
              <a:t>Umiditatea</a:t>
            </a:r>
          </a:p>
          <a:p>
            <a:pPr lvl="1">
              <a:defRPr sz="1600"/>
            </a:pPr>
            <a:r>
              <a:t>Viteza vântului</a:t>
            </a:r>
          </a:p>
          <a:p>
            <a:pPr lvl="1">
              <a:defRPr sz="1600"/>
            </a:pPr>
            <a:r>
              <a:t>Ora din zi</a:t>
            </a:r>
          </a:p>
          <a:p>
            <a:pPr lvl="1">
              <a:defRPr sz="1600"/>
            </a:pPr>
            <a:r>
              <a:t>Luna din an</a:t>
            </a:r>
          </a:p>
          <a:p>
            <a:pPr>
              <a:defRPr sz="1800"/>
            </a:pPr>
            <a:r>
              <a:t>Rezultat: Prezice poluarea pentru următoarele 24 de ore</a:t>
            </a:r>
          </a:p>
          <a:p>
            <a:pPr>
              <a:defRPr sz="1800"/>
            </a:pPr>
            <a:r>
              <a:t>Performanță: ~85% acuratețe pe date de test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⚠️ Probleme întâlnite și soluții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2000"/>
            </a:pPr>
            <a:r>
              <a:t>🔴 Problema 1: Date incomplete</a:t>
            </a:r>
          </a:p>
          <a:p>
            <a:pPr>
              <a:defRPr sz="1800"/>
            </a:pPr>
            <a:r>
              <a:t>Ce s-a întâmplat:</a:t>
            </a:r>
          </a:p>
          <a:p>
            <a:pPr lvl="1">
              <a:defRPr sz="1600"/>
            </a:pPr>
            <a:r>
              <a:t>Site-urile de unde luam datele nu aveau mereu informații</a:t>
            </a:r>
          </a:p>
          <a:p>
            <a:pPr lvl="1">
              <a:defRPr sz="1600"/>
            </a:pPr>
            <a:r>
              <a:t>Uneori lipseau date pentru București</a:t>
            </a:r>
          </a:p>
          <a:p>
            <a:pPr lvl="1">
              <a:defRPr sz="1600"/>
            </a:pPr>
            <a:r>
              <a:t>Aveam limite la câte date puteam lua pe minut</a:t>
            </a:r>
          </a:p>
          <a:p>
            <a:pPr>
              <a:defRPr sz="1800"/>
            </a:pPr>
            <a:r>
              <a:t>Cum am rezolvat:</a:t>
            </a:r>
          </a:p>
          <a:p>
            <a:pPr lvl="1">
              <a:defRPr sz="1600"/>
            </a:pPr>
            <a:r>
              <a:t>Am creat date simulate realiste când lipseau cele reale</a:t>
            </a:r>
          </a:p>
          <a:p>
            <a:pPr lvl="1">
              <a:defRPr sz="1600"/>
            </a:pPr>
            <a:r>
              <a:t>Am pus pauze între request-uri ca să nu depășim limita</a:t>
            </a:r>
          </a:p>
          <a:p>
            <a:pPr lvl="1">
              <a:defRPr sz="1600"/>
            </a:pPr>
            <a:r>
              <a:t>Am salvat datele odată luate, ca să nu le mai cerem din nou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⚠️ Probleme întâlnite și soluții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2000"/>
            </a:pPr>
            <a:r>
              <a:t>🔴 Problema 2: Modelul învăța greșit</a:t>
            </a:r>
          </a:p>
          <a:p>
            <a:pPr>
              <a:defRPr sz="1800"/>
            </a:pPr>
            <a:r>
              <a:t>Ce s-a întâmplat:</a:t>
            </a:r>
          </a:p>
          <a:p>
            <a:pPr lvl="1">
              <a:defRPr sz="1600"/>
            </a:pPr>
            <a:r>
              <a:t>Modelul nu știa să prezică bine cu puține date</a:t>
            </a:r>
          </a:p>
          <a:p>
            <a:pPr lvl="1">
              <a:defRPr sz="1600"/>
            </a:pPr>
            <a:r>
              <a:t>Uneori "memoriza" prea mult și nu generaliza</a:t>
            </a:r>
          </a:p>
          <a:p>
            <a:pPr lvl="1">
              <a:defRPr sz="1600"/>
            </a:pPr>
            <a:r>
              <a:t>Predicțiile erau inexacte pentru situații extreme</a:t>
            </a:r>
          </a:p>
          <a:p>
            <a:pPr>
              <a:defRPr sz="1800"/>
            </a:pPr>
            <a:r>
              <a:t>Cum am rezolvat:</a:t>
            </a:r>
          </a:p>
          <a:p>
            <a:pPr lvl="1">
              <a:defRPr sz="1600"/>
            </a:pPr>
            <a:r>
              <a:t>Am generat date sintetice pentru antrenare</a:t>
            </a:r>
          </a:p>
          <a:p>
            <a:pPr lvl="1">
              <a:defRPr sz="1600"/>
            </a:pPr>
            <a:r>
              <a:t>Am ajustat parametrii modelului (mai mulți arbori, mai adânci)</a:t>
            </a:r>
          </a:p>
          <a:p>
            <a:pPr lvl="1">
              <a:defRPr sz="1600"/>
            </a:pPr>
            <a:r>
              <a:t>Am adăugat informații despre ora zilei și luna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⚠️ Probleme întâlnite și soluții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2000"/>
            </a:pPr>
            <a:r>
              <a:t>🔴 Problema 3: Colaborare în echipă</a:t>
            </a:r>
          </a:p>
          <a:p>
            <a:pPr>
              <a:defRPr sz="1800"/>
            </a:pPr>
            <a:r>
              <a:t>Ce s-a întâmplat:</a:t>
            </a:r>
          </a:p>
          <a:p>
            <a:pPr lvl="1">
              <a:defRPr sz="1600"/>
            </a:pPr>
            <a:r>
              <a:t>Când lucram simultan, codul se suprapunea</a:t>
            </a:r>
          </a:p>
          <a:p>
            <a:pPr lvl="1">
              <a:defRPr sz="1600"/>
            </a:pPr>
            <a:r>
              <a:t>Aveam conflicte când încercam să combinăm munca</a:t>
            </a:r>
          </a:p>
          <a:p>
            <a:pPr lvl="1">
              <a:defRPr sz="1600"/>
            </a:pPr>
            <a:r>
              <a:t>Fiecare scria cod puțin diferit</a:t>
            </a:r>
          </a:p>
          <a:p>
            <a:pPr>
              <a:defRPr sz="1800"/>
            </a:pPr>
            <a:r>
              <a:t>Cum am rezolvat:</a:t>
            </a:r>
          </a:p>
          <a:p>
            <a:pPr lvl="1">
              <a:defRPr sz="1600"/>
            </a:pPr>
            <a:r>
              <a:t>Am folosit Git branches (fiecare pe ramura lui)</a:t>
            </a:r>
          </a:p>
          <a:p>
            <a:pPr lvl="1">
              <a:defRPr sz="1600"/>
            </a:pPr>
            <a:r>
              <a:t>Am făcut code review înainte de a combina codul</a:t>
            </a:r>
          </a:p>
          <a:p>
            <a:pPr lvl="1">
              <a:defRPr sz="1600"/>
            </a:pPr>
            <a:r>
              <a:t>Am scris documentație și comentarii clare</a:t>
            </a:r>
          </a:p>
          <a:p>
            <a:pPr lvl="1">
              <a:defRPr sz="1600"/>
            </a:pPr>
            <a:r>
              <a:t>Am împărțit proiectul în module separate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⚠️ Probleme întâlnite și soluții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2000"/>
            </a:pPr>
            <a:r>
              <a:t>🔴 Problema 4: Interface-ul se comporta ciudat</a:t>
            </a:r>
          </a:p>
          <a:p>
            <a:pPr>
              <a:defRPr sz="1800"/>
            </a:pPr>
            <a:r>
              <a:t>Ce s-a întâmplat:</a:t>
            </a:r>
          </a:p>
          <a:p>
            <a:pPr lvl="1">
              <a:defRPr sz="1600"/>
            </a:pPr>
            <a:r>
              <a:t>Aplicația "uita" datele când reîncărcam pagina</a:t>
            </a:r>
          </a:p>
          <a:p>
            <a:pPr lvl="1">
              <a:defRPr sz="1600"/>
            </a:pPr>
            <a:r>
              <a:t>Se reîncărca prea des și era lentă</a:t>
            </a:r>
          </a:p>
          <a:p>
            <a:pPr lvl="1">
              <a:defRPr sz="1600"/>
            </a:pPr>
            <a:r>
              <a:t>Graficele nu arătau bine pe toate ecranele</a:t>
            </a:r>
          </a:p>
          <a:p>
            <a:pPr>
              <a:defRPr sz="1800"/>
            </a:pPr>
            <a:r>
              <a:t>Cum am rezolvat:</a:t>
            </a:r>
          </a:p>
          <a:p>
            <a:pPr lvl="1">
              <a:defRPr sz="1600"/>
            </a:pPr>
            <a:r>
              <a:t>Am folosit "session state" să păstreze datele</a:t>
            </a:r>
          </a:p>
          <a:p>
            <a:pPr lvl="1">
              <a:defRPr sz="1600"/>
            </a:pPr>
            <a:r>
              <a:t>Am organizat layout-ul mai eficient</a:t>
            </a:r>
          </a:p>
          <a:p>
            <a:pPr lvl="1">
              <a:defRPr sz="1600"/>
            </a:pPr>
            <a:r>
              <a:t>Am testat pe diferite rezoluții de ecran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📈 Ce am realizat?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2000"/>
            </a:pPr>
            <a:r>
              <a:t>Aplicație funcțională cu:</a:t>
            </a:r>
          </a:p>
          <a:p>
            <a:pPr lvl="1">
              <a:defRPr sz="1600"/>
            </a:pPr>
            <a:r>
              <a:t>✅ Predicții pentru următoarele 24 de ore</a:t>
            </a:r>
          </a:p>
          <a:p>
            <a:pPr lvl="1">
              <a:defRPr sz="1600"/>
            </a:pPr>
            <a:r>
              <a:t>✅ Grafice colorate și ușor de înțeles</a:t>
            </a:r>
          </a:p>
          <a:p>
            <a:pPr lvl="1">
              <a:defRPr sz="1600"/>
            </a:pPr>
            <a:r>
              <a:t>✅ Categorii calitate aer (Bună, Moderată, Nesănătoasă, etc.)</a:t>
            </a:r>
          </a:p>
          <a:p>
            <a:pPr lvl="1">
              <a:defRPr sz="1600"/>
            </a:pPr>
            <a:r>
              <a:t>✅ Date istorice și analiză</a:t>
            </a:r>
          </a:p>
          <a:p>
            <a:pPr>
              <a:defRPr b="1" sz="2000"/>
            </a:pPr>
            <a:r>
              <a:t>Performanță:</a:t>
            </a:r>
          </a:p>
          <a:p>
            <a:pPr lvl="1">
              <a:defRPr sz="1600"/>
            </a:pPr>
            <a:r>
              <a:t>Precizie ~85% pe date de test</a:t>
            </a:r>
          </a:p>
          <a:p>
            <a:pPr lvl="1">
              <a:defRPr sz="1600"/>
            </a:pPr>
            <a:r>
              <a:t>Răspuns rapid (&lt; 2 secunde)</a:t>
            </a:r>
          </a:p>
          <a:p>
            <a:pPr lvl="1">
              <a:defRPr sz="1600"/>
            </a:pPr>
            <a:r>
              <a:t>3 module separate care funcționează împreună</a:t>
            </a:r>
          </a:p>
          <a:p>
            <a:pPr lvl="1">
              <a:defRPr sz="1600"/>
            </a:pPr>
            <a:r>
              <a:t>10+ teste pentru a verifica că totul merge bine</a:t>
            </a:r>
          </a:p>
          <a:p>
            <a:pPr>
              <a:defRPr b="1" sz="2000"/>
            </a:pPr>
            <a:r>
              <a:t>Bonus:</a:t>
            </a:r>
          </a:p>
          <a:p>
            <a:pPr lvl="1">
              <a:defRPr sz="1600"/>
            </a:pPr>
            <a:r>
              <a:t>✅ Documentație completă pe GitHub</a:t>
            </a:r>
          </a:p>
          <a:p>
            <a:pPr lvl="1">
              <a:defRPr sz="1600"/>
            </a:pPr>
            <a:r>
              <a:t>✅ Cod bine organizat și comentat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🔮 Ce urmează?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2000"/>
            </a:pPr>
            <a:r>
              <a:t>Îmbunătățiri planificate:</a:t>
            </a:r>
          </a:p>
          <a:p>
            <a:pPr lvl="1">
              <a:defRPr sz="1600"/>
            </a:pPr>
            <a:r>
              <a:t>🔹 Predicții pentru mai multe orașe</a:t>
            </a:r>
          </a:p>
          <a:p>
            <a:pPr lvl="1">
              <a:defRPr sz="1600"/>
            </a:pPr>
            <a:r>
              <a:t>🔹 Notificări prin email când aerul devine periculos</a:t>
            </a:r>
          </a:p>
          <a:p>
            <a:pPr lvl="1">
              <a:defRPr sz="1600"/>
            </a:pPr>
            <a:r>
              <a:t>🔹 Export rapoarte PDF</a:t>
            </a:r>
          </a:p>
          <a:p>
            <a:pPr lvl="1">
              <a:defRPr sz="1600"/>
            </a:pPr>
            <a:r>
              <a:t>🔹 Predicții pentru 7 zile (nu doar 24h)</a:t>
            </a:r>
          </a:p>
          <a:p>
            <a:pPr lvl="1">
              <a:defRPr sz="1600"/>
            </a:pPr>
            <a:r>
              <a:t>🔹 Aplicație pentru telefon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🎓 Ce am învățat?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2000"/>
            </a:pPr>
            <a:r>
              <a:t>Tehnic</a:t>
            </a:r>
          </a:p>
          <a:p>
            <a:pPr lvl="1">
              <a:defRPr sz="1600"/>
            </a:pPr>
            <a:r>
              <a:t>Cum să lucrezi cu API-uri și date din exterior</a:t>
            </a:r>
          </a:p>
          <a:p>
            <a:pPr lvl="1">
              <a:defRPr sz="1600"/>
            </a:pPr>
            <a:r>
              <a:t>Cum să creezi un model de inteligență artificială</a:t>
            </a:r>
          </a:p>
          <a:p>
            <a:pPr lvl="1">
              <a:defRPr sz="1600"/>
            </a:pPr>
            <a:r>
              <a:t>Cum să faci o aplicație web interactivă</a:t>
            </a:r>
          </a:p>
          <a:p>
            <a:pPr>
              <a:defRPr b="1" sz="2000"/>
            </a:pPr>
            <a:r>
              <a:t>Lucru în echipă</a:t>
            </a:r>
          </a:p>
          <a:p>
            <a:pPr lvl="1">
              <a:defRPr sz="1600"/>
            </a:pPr>
            <a:r>
              <a:t>Cum să folosim Git pentru colaborare</a:t>
            </a:r>
          </a:p>
          <a:p>
            <a:pPr lvl="1">
              <a:defRPr sz="1600"/>
            </a:pPr>
            <a:r>
              <a:t>Importanța documentației clare</a:t>
            </a:r>
          </a:p>
          <a:p>
            <a:pPr lvl="1">
              <a:defRPr sz="1600"/>
            </a:pPr>
            <a:r>
              <a:t>Cum să rezolvăm probleme împreună</a:t>
            </a:r>
          </a:p>
          <a:p>
            <a:pPr lvl="1">
              <a:defRPr sz="1600"/>
            </a:pPr>
            <a:r>
              <a:t>Cum să ne împărțim munca eficient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👥 Echipa noastră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82880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6858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Student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Responsabilitate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Berciu Antonio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Colectare date de pe internet (API-uri)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Munteanu Radu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Modelul de inteligență artificială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Roman Silviu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Dashboard-ul web și graficele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🙏 Mulțumim!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2000"/>
            </a:pPr>
            <a:r>
              <a:t>Întrebări?</a:t>
            </a:r>
          </a:p>
          <a:p>
            <a:pPr>
              <a:defRPr sz="1800"/>
            </a:pPr>
            <a:r>
              <a:t>💻 GitHub: https://github.com/radustst/Proiect_Calitate_Aer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